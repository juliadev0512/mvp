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sldIdLst>
    <p:sldId id="256" r:id="rId2"/>
    <p:sldId id="258" r:id="rId3"/>
    <p:sldId id="259" r:id="rId4"/>
    <p:sldId id="257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976FFD00-6A26-4BDE-946E-566AE3B6077D}">
          <p14:sldIdLst>
            <p14:sldId id="256"/>
            <p14:sldId id="258"/>
            <p14:sldId id="259"/>
            <p14:sldId id="257"/>
            <p14:sldId id="260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A1CA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2C6BE0-07BF-45BB-9FD1-F9D69DB30BE1}" v="1625" dt="2025-12-03T01:15:50.916"/>
    <p1510:client id="{D3FD6A7A-BB05-4775-83D4-3199820CFD99}" v="43" dt="2025-12-03T01:39:57.6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40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51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237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87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930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435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110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016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478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20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2680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583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80587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3792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8958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900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608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004040" y="550286"/>
            <a:ext cx="5828114" cy="4983704"/>
          </a:xfrm>
        </p:spPr>
        <p:txBody>
          <a:bodyPr anchor="ctr">
            <a:normAutofit/>
          </a:bodyPr>
          <a:lstStyle/>
          <a:p>
            <a:pPr algn="ctr"/>
            <a:r>
              <a:rPr lang="de-DE" sz="6000">
                <a:solidFill>
                  <a:schemeClr val="bg1"/>
                </a:solidFill>
                <a:highlight>
                  <a:srgbClr val="008000"/>
                </a:highlight>
              </a:rPr>
              <a:t>Circuito </a:t>
            </a:r>
            <a:r>
              <a:rPr lang="de-DE" sz="6000" err="1">
                <a:solidFill>
                  <a:schemeClr val="bg1"/>
                </a:solidFill>
                <a:highlight>
                  <a:srgbClr val="008000"/>
                </a:highlight>
              </a:rPr>
              <a:t>Magé</a:t>
            </a:r>
            <a:br>
              <a:rPr lang="de-DE" sz="6000">
                <a:solidFill>
                  <a:schemeClr val="bg1"/>
                </a:solidFill>
                <a:highlight>
                  <a:srgbClr val="008000"/>
                </a:highlight>
              </a:rPr>
            </a:br>
            <a:r>
              <a:rPr lang="de-DE" sz="6000">
                <a:solidFill>
                  <a:schemeClr val="bg1"/>
                </a:solidFill>
                <a:highlight>
                  <a:srgbClr val="008000"/>
                </a:highlight>
              </a:rPr>
              <a:t>Verde</a:t>
            </a:r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230893" y="3430464"/>
            <a:ext cx="5375761" cy="3174025"/>
          </a:xfrm>
        </p:spPr>
        <p:txBody>
          <a:bodyPr anchor="ctr">
            <a:normAutofit/>
          </a:bodyPr>
          <a:lstStyle/>
          <a:p>
            <a:pPr algn="ctr"/>
            <a:r>
              <a:rPr lang="de-DE" sz="2800" b="1" err="1">
                <a:solidFill>
                  <a:schemeClr val="bg1"/>
                </a:solidFill>
                <a:highlight>
                  <a:srgbClr val="008000"/>
                </a:highlight>
              </a:rPr>
              <a:t>Plataforma</a:t>
            </a:r>
            <a:r>
              <a:rPr lang="de-DE" sz="2800" b="1">
                <a:solidFill>
                  <a:schemeClr val="bg1"/>
                </a:solidFill>
                <a:highlight>
                  <a:srgbClr val="008000"/>
                </a:highlight>
              </a:rPr>
              <a:t> Online </a:t>
            </a:r>
            <a:r>
              <a:rPr lang="de-DE" sz="2800" b="1" err="1">
                <a:solidFill>
                  <a:schemeClr val="bg1"/>
                </a:solidFill>
                <a:highlight>
                  <a:srgbClr val="008000"/>
                </a:highlight>
              </a:rPr>
              <a:t>para</a:t>
            </a:r>
            <a:r>
              <a:rPr lang="de-DE" sz="2800" b="1">
                <a:solidFill>
                  <a:schemeClr val="bg1"/>
                </a:solidFill>
                <a:highlight>
                  <a:srgbClr val="008000"/>
                </a:highlight>
              </a:rPr>
              <a:t> </a:t>
            </a:r>
            <a:r>
              <a:rPr lang="de-DE" sz="2800" b="1" err="1">
                <a:solidFill>
                  <a:schemeClr val="bg1"/>
                </a:solidFill>
                <a:highlight>
                  <a:srgbClr val="008000"/>
                </a:highlight>
              </a:rPr>
              <a:t>Ecoturismo</a:t>
            </a:r>
            <a:endParaRPr lang="de-DE" sz="2800" b="1">
              <a:solidFill>
                <a:schemeClr val="bg1"/>
              </a:solidFill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F721D74-F8B5-A961-F1A7-6E4F1EC3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00" y="1066432"/>
            <a:ext cx="8596668" cy="1826581"/>
          </a:xfrm>
        </p:spPr>
        <p:txBody>
          <a:bodyPr>
            <a:normAutofit fontScale="90000"/>
          </a:bodyPr>
          <a:lstStyle/>
          <a:p>
            <a:r>
              <a:rPr lang="pt-BR" sz="4000" b="1"/>
              <a:t>Integrantes do grupo: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09E52BD0-BFCD-4B31-1192-7A4A2EFA7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00" y="3434143"/>
            <a:ext cx="7779451" cy="694748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pt-BR" sz="2800" b="1"/>
              <a:t>Julia Vitória Neves, </a:t>
            </a:r>
            <a:r>
              <a:rPr lang="pt-BR" sz="2800" b="1" err="1"/>
              <a:t>Italo</a:t>
            </a:r>
            <a:r>
              <a:rPr lang="pt-BR" sz="2800" b="1"/>
              <a:t> Nascimento Dias, Maria Heloisa Cândido, Patrick Silva Brito e Lucas Carvalho.</a:t>
            </a:r>
            <a:endParaRPr lang="pt-BR" sz="2800">
              <a:solidFill>
                <a:srgbClr val="000000"/>
              </a:solidFill>
            </a:endParaRPr>
          </a:p>
          <a:p>
            <a:endParaRPr lang="pt-BR" sz="2800" b="1"/>
          </a:p>
        </p:txBody>
      </p:sp>
    </p:spTree>
    <p:extLst>
      <p:ext uri="{BB962C8B-B14F-4D97-AF65-F5344CB8AC3E}">
        <p14:creationId xmlns:p14="http://schemas.microsoft.com/office/powerpoint/2010/main" val="238799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99EF60E-342A-52E8-29CF-8C86B4A68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16" y="679939"/>
            <a:ext cx="2769954" cy="887046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 anchor="b">
            <a:noAutofit/>
          </a:bodyPr>
          <a:lstStyle/>
          <a:p>
            <a:pPr algn="r"/>
            <a:r>
              <a:rPr lang="en-US" sz="4000" b="1" err="1">
                <a:solidFill>
                  <a:schemeClr val="accent2"/>
                </a:solidFill>
              </a:rPr>
              <a:t>Introdução</a:t>
            </a:r>
            <a:endParaRPr lang="en-US" sz="4000" b="1">
              <a:solidFill>
                <a:schemeClr val="accent2"/>
              </a:solidFill>
            </a:endParaRP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91C4F6FD-7045-717F-537D-CF2C9A0BB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96" y="2298335"/>
            <a:ext cx="6397732" cy="2061283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800" b="1" err="1">
                <a:solidFill>
                  <a:schemeClr val="tx1"/>
                </a:solidFill>
              </a:rPr>
              <a:t>Criamos</a:t>
            </a:r>
            <a:r>
              <a:rPr lang="en-US" sz="2800" b="1" dirty="0">
                <a:solidFill>
                  <a:schemeClr val="tx1"/>
                </a:solidFill>
              </a:rPr>
              <a:t> um site da </a:t>
            </a:r>
            <a:r>
              <a:rPr lang="en-US" sz="2800" b="1" err="1">
                <a:solidFill>
                  <a:schemeClr val="tx1"/>
                </a:solidFill>
              </a:rPr>
              <a:t>cidade</a:t>
            </a:r>
            <a:r>
              <a:rPr lang="en-US" sz="2800" b="1" dirty="0">
                <a:solidFill>
                  <a:schemeClr val="tx1"/>
                </a:solidFill>
              </a:rPr>
              <a:t> de </a:t>
            </a:r>
            <a:r>
              <a:rPr lang="en-US" sz="2800" b="1" err="1">
                <a:solidFill>
                  <a:schemeClr val="tx1"/>
                </a:solidFill>
              </a:rPr>
              <a:t>Magé</a:t>
            </a:r>
            <a:r>
              <a:rPr lang="en-US" sz="2800" b="1" dirty="0">
                <a:solidFill>
                  <a:schemeClr val="tx1"/>
                </a:solidFill>
              </a:rPr>
              <a:t> para </a:t>
            </a:r>
            <a:r>
              <a:rPr lang="en-US" sz="2800" b="1" err="1">
                <a:solidFill>
                  <a:schemeClr val="tx1"/>
                </a:solidFill>
              </a:rPr>
              <a:t>que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err="1">
                <a:solidFill>
                  <a:schemeClr val="tx1"/>
                </a:solidFill>
              </a:rPr>
              <a:t>moradores</a:t>
            </a:r>
            <a:r>
              <a:rPr lang="en-US" sz="2800" b="1" dirty="0">
                <a:solidFill>
                  <a:schemeClr val="tx1"/>
                </a:solidFill>
              </a:rPr>
              <a:t> e </a:t>
            </a:r>
            <a:r>
              <a:rPr lang="en-US" sz="2800" b="1" err="1">
                <a:solidFill>
                  <a:schemeClr val="tx1"/>
                </a:solidFill>
              </a:rPr>
              <a:t>turistas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err="1">
                <a:solidFill>
                  <a:schemeClr val="tx1"/>
                </a:solidFill>
              </a:rPr>
              <a:t>tenham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err="1">
                <a:solidFill>
                  <a:schemeClr val="tx1"/>
                </a:solidFill>
              </a:rPr>
              <a:t>mais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err="1">
                <a:solidFill>
                  <a:schemeClr val="tx1"/>
                </a:solidFill>
              </a:rPr>
              <a:t>facilidade</a:t>
            </a:r>
            <a:r>
              <a:rPr lang="en-US" sz="2800" b="1" dirty="0">
                <a:solidFill>
                  <a:schemeClr val="tx1"/>
                </a:solidFill>
              </a:rPr>
              <a:t> para </a:t>
            </a:r>
            <a:r>
              <a:rPr lang="en-US" sz="2800" b="1" err="1">
                <a:solidFill>
                  <a:schemeClr val="tx1"/>
                </a:solidFill>
              </a:rPr>
              <a:t>acessar</a:t>
            </a:r>
            <a:r>
              <a:rPr lang="en-US" sz="2800" b="1" dirty="0">
                <a:solidFill>
                  <a:schemeClr val="tx1"/>
                </a:solidFill>
              </a:rPr>
              <a:t> dados </a:t>
            </a:r>
            <a:r>
              <a:rPr lang="en-US" sz="2800" b="1" err="1">
                <a:solidFill>
                  <a:schemeClr val="tx1"/>
                </a:solidFill>
              </a:rPr>
              <a:t>sobre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err="1">
                <a:solidFill>
                  <a:schemeClr val="tx1"/>
                </a:solidFill>
              </a:rPr>
              <a:t>pontos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err="1">
                <a:solidFill>
                  <a:schemeClr val="tx1"/>
                </a:solidFill>
              </a:rPr>
              <a:t>turísticos</a:t>
            </a:r>
            <a:r>
              <a:rPr lang="en-US" sz="2800" b="1" dirty="0">
                <a:solidFill>
                  <a:schemeClr val="tx1"/>
                </a:solidFill>
              </a:rPr>
              <a:t> e </a:t>
            </a:r>
            <a:r>
              <a:rPr lang="en-US" sz="2800" b="1" err="1">
                <a:solidFill>
                  <a:schemeClr val="tx1"/>
                </a:solidFill>
              </a:rPr>
              <a:t>atrações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err="1">
                <a:solidFill>
                  <a:schemeClr val="tx1"/>
                </a:solidFill>
              </a:rPr>
              <a:t>naturais</a:t>
            </a:r>
            <a:r>
              <a:rPr lang="en-US" sz="2800" b="1" dirty="0">
                <a:solidFill>
                  <a:schemeClr val="tx1"/>
                </a:solidFill>
              </a:rPr>
              <a:t> da </a:t>
            </a:r>
            <a:r>
              <a:rPr lang="en-US" sz="2800" b="1" err="1">
                <a:solidFill>
                  <a:schemeClr val="tx1"/>
                </a:solidFill>
              </a:rPr>
              <a:t>região</a:t>
            </a:r>
            <a:r>
              <a:rPr lang="en-US" sz="2800" b="1" dirty="0">
                <a:solidFill>
                  <a:schemeClr val="tx1"/>
                </a:solidFill>
              </a:rPr>
              <a:t>. </a:t>
            </a:r>
            <a:endParaRPr lang="pt-BR" sz="2800" b="1">
              <a:solidFill>
                <a:schemeClr val="tx1"/>
              </a:solidFill>
            </a:endParaRPr>
          </a:p>
          <a:p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196354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6AE39F-2AE7-3367-7906-AC5B5E347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endParaRPr lang="pt-BR" sz="4000" b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28BAAF-BC88-4DDA-24A1-49F374ED9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923" y="1599053"/>
            <a:ext cx="4513541" cy="457686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2400"/>
              <a:t>Magé é um município com uma rica biodiversidade e potencial para o ecoturismo. Porém, a falta de uma plataforma centralizada para informações sobre a cidade e suas atrações naturais dificulta o acesso a dados relevantes para turistas e moradores.</a:t>
            </a:r>
            <a:endParaRPr lang="pt-BR" sz="2400">
              <a:solidFill>
                <a:srgbClr val="404040"/>
              </a:solidFill>
            </a:endParaRPr>
          </a:p>
          <a:p>
            <a:endParaRPr lang="pt-BR" sz="200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638EB2B-61E4-3F77-FDB5-8D9E14F08E7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C603A7B-07ED-E1F1-EFF7-E66E81EFC4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95" r="7395"/>
          <a:stretch>
            <a:fillRect/>
          </a:stretch>
        </p:blipFill>
        <p:spPr>
          <a:xfrm>
            <a:off x="332447" y="1608016"/>
            <a:ext cx="4913799" cy="36330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120725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Logotipo&#10;&#10;O conteúdo gerado por IA pode estar incorreto.">
            <a:extLst>
              <a:ext uri="{FF2B5EF4-FFF2-40B4-BE49-F238E27FC236}">
                <a16:creationId xmlns:a16="http://schemas.microsoft.com/office/drawing/2014/main" id="{88EF446A-D784-078E-4572-3A99D5A94B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0461" y="1021372"/>
            <a:ext cx="4513541" cy="45135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3EB0A09-2E8D-9F34-E4A4-24A8D4F6A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8468" y="2267492"/>
            <a:ext cx="3632082" cy="274063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2400"/>
              <a:t>Por isso, desenvolvemos uma plataforma para facilitar o acesso à informações sobre a cidade e suas atrações naturais.</a:t>
            </a:r>
          </a:p>
        </p:txBody>
      </p:sp>
    </p:spTree>
    <p:extLst>
      <p:ext uri="{BB962C8B-B14F-4D97-AF65-F5344CB8AC3E}">
        <p14:creationId xmlns:p14="http://schemas.microsoft.com/office/powerpoint/2010/main" val="2260908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A0FD7D-EF72-4AFD-AFE9-720987DA9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934" y="1492373"/>
            <a:ext cx="8333933" cy="3307031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t-BR" sz="2400" b="1" dirty="0">
                <a:solidFill>
                  <a:schemeClr val="tx1"/>
                </a:solidFill>
                <a:ea typeface="+mn-lt"/>
                <a:cs typeface="+mn-lt"/>
              </a:rPr>
              <a:t>O Circuito Magé Verde é um roteiro ecológico que reúne alguns dos mais belos cenários naturais do município, oferecendo aos visitantes uma experiência imersiva entre trilhas, mirantes, manguezais recuperados e áreas de preservação. O circuito valoriza o patrimônio ambiental de Magé e partes de Teresópolis, incentivando práticas sustentáveis e promovendo a educação ambiental enquanto apresenta paisagens únicas do Barão de Mauá e da Serra dos Órgãos.</a:t>
            </a:r>
            <a:endParaRPr lang="pt-BR" sz="24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739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544F43-AA2F-35AA-0983-BA267AA6E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25" y="917458"/>
            <a:ext cx="8596668" cy="1320800"/>
          </a:xfrm>
        </p:spPr>
        <p:txBody>
          <a:bodyPr/>
          <a:lstStyle/>
          <a:p>
            <a:r>
              <a:rPr lang="pt-BR" b="1"/>
              <a:t>O que buscamos para o futuro?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6AA317-8093-E4AA-F6F5-F78D71860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725" y="2241121"/>
            <a:ext cx="8596668" cy="183773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2800"/>
              <a:t>Buscamos para o futuro informar mais pessoas sobre as atrações naturais de Magé e Teresópolis, e ajudar essas duas cidades a movimentar a economia através do turismo virtual que o nosso site oferece aos usuários. </a:t>
            </a:r>
          </a:p>
        </p:txBody>
      </p:sp>
    </p:spTree>
    <p:extLst>
      <p:ext uri="{BB962C8B-B14F-4D97-AF65-F5344CB8AC3E}">
        <p14:creationId xmlns:p14="http://schemas.microsoft.com/office/powerpoint/2010/main" val="2369563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 descr="Forma&#10;&#10;O conteúdo gerado por IA pode estar incorreto.">
            <a:extLst>
              <a:ext uri="{FF2B5EF4-FFF2-40B4-BE49-F238E27FC236}">
                <a16:creationId xmlns:a16="http://schemas.microsoft.com/office/drawing/2014/main" id="{C330F8D2-EB3B-FF2A-5866-C401775188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5784" y="1293082"/>
            <a:ext cx="7602536" cy="427935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41926456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Facet</vt:lpstr>
      <vt:lpstr>Circuito Magé Verde</vt:lpstr>
      <vt:lpstr>Integrantes do grupo:</vt:lpstr>
      <vt:lpstr>Introdução</vt:lpstr>
      <vt:lpstr>Apresentação do PowerPoint</vt:lpstr>
      <vt:lpstr>Apresentação do PowerPoint</vt:lpstr>
      <vt:lpstr>Apresentação do PowerPoint</vt:lpstr>
      <vt:lpstr>O que buscamos para o futuro?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44</cp:revision>
  <dcterms:created xsi:type="dcterms:W3CDTF">2025-11-28T00:26:59Z</dcterms:created>
  <dcterms:modified xsi:type="dcterms:W3CDTF">2025-12-03T18:15:55Z</dcterms:modified>
</cp:coreProperties>
</file>