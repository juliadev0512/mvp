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6" r:id="rId2"/>
    <p:sldId id="258" r:id="rId3"/>
    <p:sldId id="259" r:id="rId4"/>
    <p:sldId id="257" r:id="rId5"/>
    <p:sldId id="260" r:id="rId6"/>
    <p:sldId id="262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76FFD00-6A26-4BDE-946E-566AE3B6077D}">
          <p14:sldIdLst>
            <p14:sldId id="256"/>
          </p14:sldIdLst>
        </p14:section>
        <p14:section name="Seção Sem Título" id="{23ED1DCC-2831-443A-B917-BA07408A7F04}">
          <p14:sldIdLst>
            <p14:sldId id="258"/>
            <p14:sldId id="259"/>
            <p14:sldId id="257"/>
            <p14:sldId id="260"/>
            <p14:sldId id="262"/>
            <p14:sldId id="263"/>
            <p14:sldId id="265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A1CA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2181C5-B5F4-4750-B34A-74176E87CED4}" v="786" dt="2025-12-09T22:12:12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4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3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87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3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35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10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1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7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2680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83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8058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79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95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00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0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004040" y="550286"/>
            <a:ext cx="5828114" cy="4983704"/>
          </a:xfrm>
        </p:spPr>
        <p:txBody>
          <a:bodyPr anchor="ctr">
            <a:normAutofit/>
          </a:bodyPr>
          <a:lstStyle/>
          <a:p>
            <a:pPr algn="ctr"/>
            <a:r>
              <a:rPr lang="de-DE" sz="6000">
                <a:solidFill>
                  <a:schemeClr val="bg1"/>
                </a:solidFill>
                <a:highlight>
                  <a:srgbClr val="008000"/>
                </a:highlight>
              </a:rPr>
              <a:t>Circuito </a:t>
            </a:r>
            <a:r>
              <a:rPr lang="de-DE" sz="6000" err="1">
                <a:solidFill>
                  <a:schemeClr val="bg1"/>
                </a:solidFill>
                <a:highlight>
                  <a:srgbClr val="008000"/>
                </a:highlight>
              </a:rPr>
              <a:t>Magé</a:t>
            </a:r>
            <a:br>
              <a:rPr lang="de-DE" sz="6000">
                <a:solidFill>
                  <a:schemeClr val="bg1"/>
                </a:solidFill>
                <a:highlight>
                  <a:srgbClr val="008000"/>
                </a:highlight>
              </a:rPr>
            </a:br>
            <a:r>
              <a:rPr lang="de-DE" sz="6000">
                <a:solidFill>
                  <a:schemeClr val="bg1"/>
                </a:solidFill>
                <a:highlight>
                  <a:srgbClr val="008000"/>
                </a:highlight>
              </a:rPr>
              <a:t>Verde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0893" y="3430464"/>
            <a:ext cx="5375761" cy="3174025"/>
          </a:xfrm>
        </p:spPr>
        <p:txBody>
          <a:bodyPr anchor="ctr">
            <a:normAutofit/>
          </a:bodyPr>
          <a:lstStyle/>
          <a:p>
            <a:pPr algn="ctr"/>
            <a:r>
              <a:rPr lang="de-DE" sz="2800" b="1" err="1">
                <a:solidFill>
                  <a:schemeClr val="bg1"/>
                </a:solidFill>
                <a:highlight>
                  <a:srgbClr val="008000"/>
                </a:highlight>
              </a:rPr>
              <a:t>Plataforma</a:t>
            </a:r>
            <a:r>
              <a:rPr lang="de-DE" sz="2800" b="1">
                <a:solidFill>
                  <a:schemeClr val="bg1"/>
                </a:solidFill>
                <a:highlight>
                  <a:srgbClr val="008000"/>
                </a:highlight>
              </a:rPr>
              <a:t> Online </a:t>
            </a:r>
            <a:r>
              <a:rPr lang="de-DE" sz="2800" b="1" err="1">
                <a:solidFill>
                  <a:schemeClr val="bg1"/>
                </a:solidFill>
                <a:highlight>
                  <a:srgbClr val="008000"/>
                </a:highlight>
              </a:rPr>
              <a:t>para</a:t>
            </a:r>
            <a:r>
              <a:rPr lang="de-DE" sz="2800" b="1">
                <a:solidFill>
                  <a:schemeClr val="bg1"/>
                </a:solidFill>
                <a:highlight>
                  <a:srgbClr val="008000"/>
                </a:highlight>
              </a:rPr>
              <a:t> </a:t>
            </a:r>
            <a:r>
              <a:rPr lang="de-DE" sz="2800" b="1" err="1">
                <a:solidFill>
                  <a:schemeClr val="bg1"/>
                </a:solidFill>
                <a:highlight>
                  <a:srgbClr val="008000"/>
                </a:highlight>
              </a:rPr>
              <a:t>Ecoturismo</a:t>
            </a:r>
            <a:endParaRPr lang="de-DE" sz="2800" b="1">
              <a:solidFill>
                <a:schemeClr val="bg1"/>
              </a:solidFill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38474F62-041E-8894-66DB-BC7DB10F8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9233" y="4337227"/>
            <a:ext cx="1934302" cy="520791"/>
          </a:xfrm>
        </p:spPr>
        <p:txBody>
          <a:bodyPr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Patrick Silva: documentação e requisitos</a:t>
            </a:r>
          </a:p>
        </p:txBody>
      </p:sp>
      <p:pic>
        <p:nvPicPr>
          <p:cNvPr id="8" name="Imagem 7" descr="Homem de óculos olhando para frente&#10;&#10;O conteúdo gerado por IA pode estar incorreto.">
            <a:extLst>
              <a:ext uri="{FF2B5EF4-FFF2-40B4-BE49-F238E27FC236}">
                <a16:creationId xmlns:a16="http://schemas.microsoft.com/office/drawing/2014/main" id="{06374C1B-780E-B56F-8B0B-C5AEF89C66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59" r="18190" b="5"/>
          <a:stretch>
            <a:fillRect/>
          </a:stretch>
        </p:blipFill>
        <p:spPr>
          <a:xfrm>
            <a:off x="985970" y="609600"/>
            <a:ext cx="1939528" cy="3635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agem 5" descr="Rosto de homem sério&#10;&#10;O conteúdo gerado por IA pode estar incorreto.">
            <a:extLst>
              <a:ext uri="{FF2B5EF4-FFF2-40B4-BE49-F238E27FC236}">
                <a16:creationId xmlns:a16="http://schemas.microsoft.com/office/drawing/2014/main" id="{1E514EC5-415B-29E2-A76F-B283C8C0A5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71" r="11776" b="5"/>
          <a:stretch>
            <a:fillRect/>
          </a:stretch>
        </p:blipFill>
        <p:spPr>
          <a:xfrm>
            <a:off x="3093057" y="608009"/>
            <a:ext cx="1948070" cy="3635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m 6" descr="Mulher posando para foto&#10;&#10;O conteúdo gerado por IA pode estar incorreto.">
            <a:extLst>
              <a:ext uri="{FF2B5EF4-FFF2-40B4-BE49-F238E27FC236}">
                <a16:creationId xmlns:a16="http://schemas.microsoft.com/office/drawing/2014/main" id="{5A49436E-6C83-C69F-D4C0-F214EC9D3C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0" r="4799" b="5"/>
          <a:stretch>
            <a:fillRect/>
          </a:stretch>
        </p:blipFill>
        <p:spPr>
          <a:xfrm>
            <a:off x="5194779" y="608009"/>
            <a:ext cx="1939528" cy="3635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Espaço Reservado para Conteúdo 2" descr="Homem sorrindo com óculos de grau&#10;&#10;O conteúdo gerado por IA pode estar incorreto.">
            <a:extLst>
              <a:ext uri="{FF2B5EF4-FFF2-40B4-BE49-F238E27FC236}">
                <a16:creationId xmlns:a16="http://schemas.microsoft.com/office/drawing/2014/main" id="{50E84663-FABF-F7F8-8791-2469E70A80E8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5"/>
          <a:srcRect l="13411" r="14415" b="5"/>
          <a:stretch>
            <a:fillRect/>
          </a:stretch>
        </p:blipFill>
        <p:spPr>
          <a:xfrm>
            <a:off x="7287959" y="608009"/>
            <a:ext cx="1967757" cy="3635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agem 11" descr="Homem de barba posando para foto&#10;&#10;O conteúdo gerado por IA pode estar incorreto.">
            <a:extLst>
              <a:ext uri="{FF2B5EF4-FFF2-40B4-BE49-F238E27FC236}">
                <a16:creationId xmlns:a16="http://schemas.microsoft.com/office/drawing/2014/main" id="{59CEBA59-95C6-1A36-752D-DFB50C3916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508" y="605118"/>
            <a:ext cx="1984366" cy="36419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DDF68238-39DA-11F1-18E8-A82BDB7A16A6}"/>
              </a:ext>
            </a:extLst>
          </p:cNvPr>
          <p:cNvSpPr txBox="1"/>
          <p:nvPr/>
        </p:nvSpPr>
        <p:spPr>
          <a:xfrm>
            <a:off x="3096083" y="4345858"/>
            <a:ext cx="216049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/>
              <a:t>Ítalo N. Dias: protótipos e requisitos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F8FCB4A-8B8D-F75C-6CD3-738D8C012612}"/>
              </a:ext>
            </a:extLst>
          </p:cNvPr>
          <p:cNvSpPr txBox="1"/>
          <p:nvPr/>
        </p:nvSpPr>
        <p:spPr>
          <a:xfrm>
            <a:off x="5258508" y="4340545"/>
            <a:ext cx="193637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/>
              <a:t>Maria Heloisa: slides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9A66B7D-3F04-547E-D56B-8B6191FE3CBF}"/>
              </a:ext>
            </a:extLst>
          </p:cNvPr>
          <p:cNvSpPr txBox="1"/>
          <p:nvPr/>
        </p:nvSpPr>
        <p:spPr>
          <a:xfrm>
            <a:off x="7292019" y="4347507"/>
            <a:ext cx="216049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/>
              <a:t>Julia Vitoria: programação, requisitos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7BDA92A-5741-71FA-0F70-EC5F52574517}"/>
              </a:ext>
            </a:extLst>
          </p:cNvPr>
          <p:cNvSpPr txBox="1"/>
          <p:nvPr/>
        </p:nvSpPr>
        <p:spPr>
          <a:xfrm>
            <a:off x="9569437" y="4353521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/>
              <a:t>Lucas Carvalho: debug do projeto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CADEE4-51FE-F9E6-78A3-250F99D6FA7A}"/>
              </a:ext>
            </a:extLst>
          </p:cNvPr>
          <p:cNvSpPr txBox="1"/>
          <p:nvPr/>
        </p:nvSpPr>
        <p:spPr>
          <a:xfrm>
            <a:off x="2761987" y="5454321"/>
            <a:ext cx="577999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600" b="1" dirty="0">
                <a:solidFill>
                  <a:srgbClr val="92D050"/>
                </a:solidFill>
              </a:rPr>
              <a:t>Participantes do projeto</a:t>
            </a:r>
          </a:p>
        </p:txBody>
      </p:sp>
    </p:spTree>
    <p:extLst>
      <p:ext uri="{BB962C8B-B14F-4D97-AF65-F5344CB8AC3E}">
        <p14:creationId xmlns:p14="http://schemas.microsoft.com/office/powerpoint/2010/main" val="238799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99EF60E-342A-52E8-29CF-8C86B4A6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16" y="679939"/>
            <a:ext cx="2769954" cy="887046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n-US" sz="4000" b="1" err="1">
                <a:solidFill>
                  <a:schemeClr val="accent2"/>
                </a:solidFill>
              </a:rPr>
              <a:t>Introdução</a:t>
            </a:r>
            <a:endParaRPr lang="en-US" sz="4000" b="1">
              <a:solidFill>
                <a:schemeClr val="accent2"/>
              </a:solidFill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1C4F6FD-7045-717F-537D-CF2C9A0BB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96" y="2298335"/>
            <a:ext cx="8661645" cy="2701804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 err="1">
                <a:solidFill>
                  <a:schemeClr val="tx1"/>
                </a:solidFill>
              </a:rPr>
              <a:t>Alguns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err="1">
                <a:solidFill>
                  <a:schemeClr val="tx1"/>
                </a:solidFill>
              </a:rPr>
              <a:t>moradores</a:t>
            </a:r>
            <a:r>
              <a:rPr lang="en-US" sz="2400" b="1" dirty="0">
                <a:solidFill>
                  <a:schemeClr val="tx1"/>
                </a:solidFill>
              </a:rPr>
              <a:t> da </a:t>
            </a:r>
            <a:r>
              <a:rPr lang="en-US" sz="2400" b="1" err="1">
                <a:solidFill>
                  <a:schemeClr val="tx1"/>
                </a:solidFill>
              </a:rPr>
              <a:t>região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err="1">
                <a:solidFill>
                  <a:schemeClr val="tx1"/>
                </a:solidFill>
              </a:rPr>
              <a:t>estavam</a:t>
            </a:r>
            <a:r>
              <a:rPr lang="en-US" sz="2400" b="1" dirty="0">
                <a:solidFill>
                  <a:schemeClr val="tx1"/>
                </a:solidFill>
              </a:rPr>
              <a:t> tendo </a:t>
            </a:r>
            <a:r>
              <a:rPr lang="en-US" sz="2400" b="1" err="1">
                <a:solidFill>
                  <a:schemeClr val="tx1"/>
                </a:solidFill>
              </a:rPr>
              <a:t>dificuldades</a:t>
            </a:r>
            <a:r>
              <a:rPr lang="en-US" sz="2400" b="1" dirty="0">
                <a:solidFill>
                  <a:schemeClr val="tx1"/>
                </a:solidFill>
              </a:rPr>
              <a:t> para </a:t>
            </a:r>
            <a:r>
              <a:rPr lang="en-US" sz="2400" b="1" err="1">
                <a:solidFill>
                  <a:schemeClr val="tx1"/>
                </a:solidFill>
              </a:rPr>
              <a:t>acessar</a:t>
            </a:r>
            <a:r>
              <a:rPr lang="en-US" sz="2400" b="1" dirty="0">
                <a:solidFill>
                  <a:schemeClr val="tx1"/>
                </a:solidFill>
              </a:rPr>
              <a:t> </a:t>
            </a:r>
            <a:r>
              <a:rPr lang="en-US" sz="2400" b="1" err="1">
                <a:solidFill>
                  <a:schemeClr val="tx1"/>
                </a:solidFill>
              </a:rPr>
              <a:t>informações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err="1">
                <a:solidFill>
                  <a:schemeClr val="tx1"/>
                </a:solidFill>
              </a:rPr>
              <a:t>sobre</a:t>
            </a:r>
            <a:r>
              <a:rPr lang="en-US" sz="2400" b="1" dirty="0">
                <a:solidFill>
                  <a:schemeClr val="tx1"/>
                </a:solidFill>
              </a:rPr>
              <a:t> a </a:t>
            </a:r>
            <a:r>
              <a:rPr lang="en-US" sz="2400" b="1" err="1">
                <a:solidFill>
                  <a:schemeClr val="tx1"/>
                </a:solidFill>
              </a:rPr>
              <a:t>cidade</a:t>
            </a:r>
            <a:r>
              <a:rPr lang="en-US" sz="2400" b="1" dirty="0">
                <a:solidFill>
                  <a:schemeClr val="tx1"/>
                </a:solidFill>
              </a:rPr>
              <a:t> de </a:t>
            </a:r>
            <a:r>
              <a:rPr lang="en-US" sz="2400" b="1" err="1">
                <a:solidFill>
                  <a:schemeClr val="tx1"/>
                </a:solidFill>
              </a:rPr>
              <a:t>Magé</a:t>
            </a:r>
            <a:r>
              <a:rPr lang="en-US" sz="2400" b="1" dirty="0">
                <a:solidFill>
                  <a:schemeClr val="tx1"/>
                </a:solidFill>
              </a:rPr>
              <a:t>. </a:t>
            </a:r>
            <a:endParaRPr lang="pt-BR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1" err="1">
                <a:solidFill>
                  <a:schemeClr val="tx1"/>
                </a:solidFill>
              </a:rPr>
              <a:t>Então</a:t>
            </a:r>
            <a:r>
              <a:rPr lang="en-US" sz="2400" b="1" dirty="0">
                <a:solidFill>
                  <a:schemeClr val="tx1"/>
                </a:solidFill>
              </a:rPr>
              <a:t>, </a:t>
            </a:r>
            <a:r>
              <a:rPr lang="en-US" sz="2400" b="1" err="1">
                <a:solidFill>
                  <a:schemeClr val="tx1"/>
                </a:solidFill>
              </a:rPr>
              <a:t>criamos</a:t>
            </a:r>
            <a:r>
              <a:rPr lang="en-US" sz="2400" b="1" dirty="0">
                <a:solidFill>
                  <a:schemeClr val="tx1"/>
                </a:solidFill>
              </a:rPr>
              <a:t> um site da </a:t>
            </a:r>
            <a:r>
              <a:rPr lang="en-US" sz="2400" b="1" err="1">
                <a:solidFill>
                  <a:schemeClr val="tx1"/>
                </a:solidFill>
              </a:rPr>
              <a:t>cidade</a:t>
            </a:r>
            <a:r>
              <a:rPr lang="en-US" sz="2400" b="1" dirty="0">
                <a:solidFill>
                  <a:schemeClr val="tx1"/>
                </a:solidFill>
              </a:rPr>
              <a:t> de </a:t>
            </a:r>
            <a:r>
              <a:rPr lang="en-US" sz="2400" b="1" err="1">
                <a:solidFill>
                  <a:schemeClr val="tx1"/>
                </a:solidFill>
              </a:rPr>
              <a:t>Magé</a:t>
            </a:r>
            <a:r>
              <a:rPr lang="en-US" sz="2400" b="1" dirty="0">
                <a:solidFill>
                  <a:schemeClr val="tx1"/>
                </a:solidFill>
              </a:rPr>
              <a:t> para </a:t>
            </a:r>
            <a:r>
              <a:rPr lang="en-US" sz="2400" b="1" err="1">
                <a:solidFill>
                  <a:schemeClr val="tx1"/>
                </a:solidFill>
              </a:rPr>
              <a:t>que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err="1">
                <a:solidFill>
                  <a:schemeClr val="tx1"/>
                </a:solidFill>
              </a:rPr>
              <a:t>moradores</a:t>
            </a:r>
            <a:r>
              <a:rPr lang="en-US" sz="2400" b="1" dirty="0">
                <a:solidFill>
                  <a:schemeClr val="tx1"/>
                </a:solidFill>
              </a:rPr>
              <a:t> e </a:t>
            </a:r>
            <a:r>
              <a:rPr lang="en-US" sz="2400" b="1" err="1">
                <a:solidFill>
                  <a:schemeClr val="tx1"/>
                </a:solidFill>
              </a:rPr>
              <a:t>turistas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err="1">
                <a:solidFill>
                  <a:schemeClr val="tx1"/>
                </a:solidFill>
              </a:rPr>
              <a:t>tenham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err="1">
                <a:solidFill>
                  <a:schemeClr val="tx1"/>
                </a:solidFill>
              </a:rPr>
              <a:t>mais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err="1">
                <a:solidFill>
                  <a:schemeClr val="tx1"/>
                </a:solidFill>
              </a:rPr>
              <a:t>facilidade</a:t>
            </a:r>
            <a:r>
              <a:rPr lang="en-US" sz="2400" b="1" dirty="0">
                <a:solidFill>
                  <a:schemeClr val="tx1"/>
                </a:solidFill>
              </a:rPr>
              <a:t> para </a:t>
            </a:r>
            <a:r>
              <a:rPr lang="en-US" sz="2400" b="1" err="1">
                <a:solidFill>
                  <a:schemeClr val="tx1"/>
                </a:solidFill>
              </a:rPr>
              <a:t>acessar</a:t>
            </a:r>
            <a:r>
              <a:rPr lang="en-US" sz="2400" b="1" dirty="0">
                <a:solidFill>
                  <a:schemeClr val="tx1"/>
                </a:solidFill>
              </a:rPr>
              <a:t> dados </a:t>
            </a:r>
            <a:r>
              <a:rPr lang="en-US" sz="2400" b="1" err="1">
                <a:solidFill>
                  <a:schemeClr val="tx1"/>
                </a:solidFill>
              </a:rPr>
              <a:t>sobre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err="1">
                <a:solidFill>
                  <a:schemeClr val="tx1"/>
                </a:solidFill>
              </a:rPr>
              <a:t>pontos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err="1">
                <a:solidFill>
                  <a:schemeClr val="tx1"/>
                </a:solidFill>
              </a:rPr>
              <a:t>turísticos</a:t>
            </a:r>
            <a:r>
              <a:rPr lang="en-US" sz="2400" b="1" dirty="0">
                <a:solidFill>
                  <a:schemeClr val="tx1"/>
                </a:solidFill>
              </a:rPr>
              <a:t> e </a:t>
            </a:r>
            <a:r>
              <a:rPr lang="en-US" sz="2400" b="1" err="1">
                <a:solidFill>
                  <a:schemeClr val="tx1"/>
                </a:solidFill>
              </a:rPr>
              <a:t>atrações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err="1">
                <a:solidFill>
                  <a:schemeClr val="tx1"/>
                </a:solidFill>
              </a:rPr>
              <a:t>naturais</a:t>
            </a:r>
            <a:r>
              <a:rPr lang="en-US" sz="2400" b="1" dirty="0">
                <a:solidFill>
                  <a:schemeClr val="tx1"/>
                </a:solidFill>
              </a:rPr>
              <a:t> da </a:t>
            </a:r>
            <a:r>
              <a:rPr lang="en-US" sz="2400" b="1" err="1">
                <a:solidFill>
                  <a:schemeClr val="tx1"/>
                </a:solidFill>
              </a:rPr>
              <a:t>região</a:t>
            </a:r>
            <a:r>
              <a:rPr lang="en-US" sz="2400" b="1" dirty="0">
                <a:solidFill>
                  <a:schemeClr val="tx1"/>
                </a:solidFill>
              </a:rPr>
              <a:t>. </a:t>
            </a:r>
            <a:endParaRPr lang="pt-BR" sz="2400" b="1">
              <a:solidFill>
                <a:schemeClr val="tx1"/>
              </a:solidFill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354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AE39F-2AE7-3367-7906-AC5B5E34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endParaRPr lang="pt-BR" sz="4000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28BAAF-BC88-4DDA-24A1-49F374ED9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923" y="1599053"/>
            <a:ext cx="4513541" cy="45768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400"/>
              <a:t>Magé é um município com uma rica biodiversidade e potencial para o ecoturismo. Porém, a falta de uma plataforma centralizada para informações sobre a cidade e suas atrações naturais dificulta o acesso a dados relevantes para turistas e moradores.</a:t>
            </a:r>
            <a:endParaRPr lang="pt-BR" sz="2400">
              <a:solidFill>
                <a:srgbClr val="404040"/>
              </a:solidFill>
            </a:endParaRPr>
          </a:p>
          <a:p>
            <a:endParaRPr lang="pt-BR" sz="200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638EB2B-61E4-3F77-FDB5-8D9E14F08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C603A7B-07ED-E1F1-EFF7-E66E81EFC4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95" r="7395"/>
          <a:stretch>
            <a:fillRect/>
          </a:stretch>
        </p:blipFill>
        <p:spPr>
          <a:xfrm>
            <a:off x="332447" y="1608016"/>
            <a:ext cx="4913799" cy="36330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2072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Logotipo&#10;&#10;O conteúdo gerado por IA pode estar incorreto.">
            <a:extLst>
              <a:ext uri="{FF2B5EF4-FFF2-40B4-BE49-F238E27FC236}">
                <a16:creationId xmlns:a16="http://schemas.microsoft.com/office/drawing/2014/main" id="{88EF446A-D784-078E-4572-3A99D5A94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461" y="1021372"/>
            <a:ext cx="4513541" cy="45135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EB0A09-2E8D-9F34-E4A4-24A8D4F6A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8468" y="2267492"/>
            <a:ext cx="3632082" cy="274063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400"/>
              <a:t>Por isso, desenvolvemos uma plataforma para facilitar o acesso à informações sobre a cidade e suas atrações naturais.</a:t>
            </a:r>
          </a:p>
        </p:txBody>
      </p:sp>
    </p:spTree>
    <p:extLst>
      <p:ext uri="{BB962C8B-B14F-4D97-AF65-F5344CB8AC3E}">
        <p14:creationId xmlns:p14="http://schemas.microsoft.com/office/powerpoint/2010/main" val="2260908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A0FD7D-EF72-4AFD-AFE9-720987DA9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4" y="1492373"/>
            <a:ext cx="8333933" cy="3307031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2400" b="1" dirty="0">
                <a:solidFill>
                  <a:schemeClr val="tx1"/>
                </a:solidFill>
                <a:ea typeface="+mn-lt"/>
                <a:cs typeface="+mn-lt"/>
              </a:rPr>
              <a:t>O Circuito Magé Verde é um roteiro ecológico que reúne alguns dos mais belos cenários naturais do município, oferecendo aos visitantes uma experiência imersiva entre trilhas, mirantes, manguezais recuperados e áreas de preservação. O circuito valoriza o patrimônio ambiental de Magé e partes de Teresópolis, incentivando práticas sustentáveis e promovendo a educação ambiental enquanto apresenta paisagens únicas do Barão de Mauá e da Serra dos Órgãos.</a:t>
            </a:r>
            <a:endParaRPr lang="pt-BR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73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544F43-AA2F-35AA-0983-BA267AA6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25" y="917458"/>
            <a:ext cx="8596668" cy="1320800"/>
          </a:xfrm>
        </p:spPr>
        <p:txBody>
          <a:bodyPr/>
          <a:lstStyle/>
          <a:p>
            <a:r>
              <a:rPr lang="pt-BR" b="1"/>
              <a:t>O que buscamos para o futuro?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6AA317-8093-E4AA-F6F5-F78D71860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725" y="2241121"/>
            <a:ext cx="8596668" cy="18377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800"/>
              <a:t>Buscamos para o futuro informar mais pessoas sobre as atrações naturais de Magé e Teresópolis, e ajudar essas duas cidades a movimentar a economia através do turismo virtual que o nosso site oferece aos usuários. </a:t>
            </a:r>
          </a:p>
        </p:txBody>
      </p:sp>
    </p:spTree>
    <p:extLst>
      <p:ext uri="{BB962C8B-B14F-4D97-AF65-F5344CB8AC3E}">
        <p14:creationId xmlns:p14="http://schemas.microsoft.com/office/powerpoint/2010/main" val="2369563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79E8C-6787-6674-817E-2FCB5E70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64" y="543339"/>
            <a:ext cx="8596668" cy="1320800"/>
          </a:xfrm>
        </p:spPr>
        <p:txBody>
          <a:bodyPr/>
          <a:lstStyle/>
          <a:p>
            <a:r>
              <a:rPr lang="pt-BR" b="1" dirty="0"/>
              <a:t>Funcionalidades Futuras: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1BD853-9C6E-5912-70BB-41277D018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8850"/>
            <a:ext cx="8596668" cy="272120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400" dirty="0"/>
              <a:t>Banco de dados;</a:t>
            </a:r>
          </a:p>
          <a:p>
            <a:r>
              <a:rPr lang="pt-BR" sz="2400" dirty="0"/>
              <a:t>Mapa com as localizações dos pontos turísticos;</a:t>
            </a:r>
          </a:p>
          <a:p>
            <a:r>
              <a:rPr lang="pt-BR" sz="2400" dirty="0"/>
              <a:t>Uma área social para se comunicar com outros turistas;</a:t>
            </a:r>
          </a:p>
          <a:p>
            <a:r>
              <a:rPr lang="pt-BR" sz="2400" dirty="0"/>
              <a:t>Um guia para evitar acidentes com animais, ou em pontos turísticos;</a:t>
            </a:r>
          </a:p>
          <a:p>
            <a:r>
              <a:rPr lang="pt-BR" sz="2400" dirty="0"/>
              <a:t>Redes sociais para ter mais visibilidade;</a:t>
            </a:r>
          </a:p>
          <a:p>
            <a:r>
              <a:rPr lang="pt-BR" sz="2400" dirty="0"/>
              <a:t>Aprimorar o assistente virtual</a:t>
            </a:r>
          </a:p>
        </p:txBody>
      </p:sp>
    </p:spTree>
    <p:extLst>
      <p:ext uri="{BB962C8B-B14F-4D97-AF65-F5344CB8AC3E}">
        <p14:creationId xmlns:p14="http://schemas.microsoft.com/office/powerpoint/2010/main" val="2086191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Forma&#10;&#10;O conteúdo gerado por IA pode estar incorreto.">
            <a:extLst>
              <a:ext uri="{FF2B5EF4-FFF2-40B4-BE49-F238E27FC236}">
                <a16:creationId xmlns:a16="http://schemas.microsoft.com/office/drawing/2014/main" id="{C330F8D2-EB3B-FF2A-5866-C40177518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784" y="1293082"/>
            <a:ext cx="7602536" cy="42793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192645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Facet</vt:lpstr>
      <vt:lpstr>Circuito Magé Verde</vt:lpstr>
      <vt:lpstr>Apresentação do PowerPoint</vt:lpstr>
      <vt:lpstr>Introdução</vt:lpstr>
      <vt:lpstr>Apresentação do PowerPoint</vt:lpstr>
      <vt:lpstr>Apresentação do PowerPoint</vt:lpstr>
      <vt:lpstr>Apresentação do PowerPoint</vt:lpstr>
      <vt:lpstr>O que buscamos para o futuro?</vt:lpstr>
      <vt:lpstr>Funcionalidades Futuras: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220</cp:revision>
  <dcterms:created xsi:type="dcterms:W3CDTF">2025-11-28T00:26:59Z</dcterms:created>
  <dcterms:modified xsi:type="dcterms:W3CDTF">2025-12-09T22:32:42Z</dcterms:modified>
</cp:coreProperties>
</file>